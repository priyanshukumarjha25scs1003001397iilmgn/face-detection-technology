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CD09D-6B32-467B-B575-031D80ECD3BC}" v="16" dt="2025-10-28T18:21:52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A72-271A-AC53-2D38-97E2C3788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6EDFC-3C58-5D83-B47D-B343AB3C8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5B54C-4CBD-6794-39ED-71D99C64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27BE0-B72B-379D-3131-319611C2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CD5C1-BFA2-CC2D-F418-9220B19F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8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DC7A-18F5-EEE5-39AC-D6D57903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6569D-51D9-D0E1-4D1E-F274E8EAE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B6E2-EA9F-03D5-7D4E-061F30D8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E8FB9-EB8B-B520-46FB-ED18B93F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404D8-2347-E8FA-FA2F-FFB578F4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4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E3B4-98B4-C4D8-5B25-5C5E5E37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A1A2A-2B18-63A6-D520-8556F11B8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91C8F-9271-987F-3C72-1D903261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1339-5ACE-7A5C-B27D-6DF5CB9A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4ED57-3C3A-49E7-2BED-9F526785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1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3F91-B449-ACC6-EC95-A6BFBD29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9FFAA-AE72-3B64-EC6C-8F98E8099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EE31A-AFDA-47F5-5B40-C250623BD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ACE54-99F5-8F60-619F-CDEBBBB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2DC74-F140-A66D-60C5-B966A6C6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1373-5273-F6D7-8854-E988FB0B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7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4F7FC-34A1-764C-370F-3E10B927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FC1BA-4F78-C73F-B705-F853E26DA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1AC40-0C6B-007A-CCE8-E6A7EF2DD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CC16B-C2AE-9208-881E-57CD6D7A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C06A6-3703-0D3A-CAB3-C0EEA80EB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BFB4E-4004-B992-C836-91B4A10D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C9619-1720-12E7-1B87-C02767E0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3F158-AD54-BFB5-2480-A920A303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2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EB4F-6631-0CCA-3B84-ED2566C2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2B64C-85E5-FDBD-7959-4C19F627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4AC0F-B289-D119-8A95-345442E2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825CE-1ECD-BF41-0D20-F830E110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2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3449E-D451-9E58-2D4A-D5BA2875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AFA09-47E7-4CA5-9D71-7A8A6A1F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D831-AFC6-13AF-07D1-E333240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2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B539-4D97-2939-121C-626401F6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61D27-8279-1A4C-3D63-9DB612F8A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675E0-3725-B302-056F-40794B5B7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9CD67-D6F0-4C66-152F-ED2E0723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2E61B-CB9C-91FB-4A96-B4180817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80B50-9A18-0EF3-DB1F-BC7CE028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6C36-A887-FE92-5F5C-B9A91125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48A85-CCC3-BDB9-8B33-07742C623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A3B7C-0BD4-518A-9EAE-78A485506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848AF-0BE4-3547-9756-7212B8F0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4136-01BD-1006-8697-1330A3E2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67D35-2E76-FBFE-64F6-04D34703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6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A7C7-E36D-B7BF-4345-45BBCD62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9E26E-5FD3-1BBE-0683-121767450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52FF-E40F-5148-1056-43E99795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3F46-16E7-46EB-A491-AB86B704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97E4C-C202-DC87-D38C-BA3E4133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8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CD730-13F1-B15C-AE4F-C65A1D465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1F6AA-FE6A-1F01-2003-71C56420A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585C-0067-07A3-0BEA-BFA1A623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F99F-A2CC-7235-AB86-8D313BDA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CB0E-D5D1-2816-5A95-4148BEDE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47CCB-8CFC-FE86-665E-F8B00BAD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67288-5233-0CE4-7428-4C883800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F0E7-91E1-EABF-6E7D-9C8ABD9A2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0939A-0CBC-8D41-B9D4-35053006781B}" type="datetimeFigureOut">
              <a:rPr lang="en-US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4C2-2863-455C-9945-E1A68B1BE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2B524-859A-2FE2-9FE8-4B8EE9233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D5169-1108-6148-A578-FE3C7E29DDE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8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honemod.net/apple-working-facial-recognition-solution-for-at-least-3-year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ajaiml.com/archive/enhancing-2d-face-recognition-systems-addressing-yaw-poses-and-occlusions-with-masks-glasses-and-both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real-time-face-recognition-an-end-to-end-project-b738bb0f734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djst.org/articles/texture-based-face-recognition-using-glcm-and-lbp-scheme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4/object-detection-using-haar-cascade-opencv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baksuvision.github.io/Modu_ObjectDetection/posts/01_00_What_is_Object_Detection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efiks.com/2020/02/23/face-alignment-for-face-recognition-in-python-within-opencv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owards-data-science/what-is-artificial-intelligence-ai-ad5ba87b55dd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eerj.com/articles/444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civs.stat.ucla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cirp.org/journal/PaperInformation.aspx?paperID=65406&amp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66E8-920C-810C-5A37-4440AFD5E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74" y="-2451475"/>
            <a:ext cx="12473920" cy="5123582"/>
          </a:xfrm>
        </p:spPr>
        <p:txBody>
          <a:bodyPr/>
          <a:lstStyle/>
          <a:p>
            <a:r>
              <a:rPr lang="en-US" sz="8000"/>
              <a:t>FACE DETECTION</a:t>
            </a:r>
            <a:r>
              <a:rPr lang="en-US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098FC-2122-9E10-CAA5-F3DCDE787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F035C-175C-91EA-9914-2BE4C3D79F60}"/>
              </a:ext>
            </a:extLst>
          </p:cNvPr>
          <p:cNvSpPr txBox="1"/>
          <p:nvPr/>
        </p:nvSpPr>
        <p:spPr>
          <a:xfrm>
            <a:off x="5398147" y="129192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4089A-0A19-5FBA-E1DB-08BBEAFE8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24000" y="3602038"/>
            <a:ext cx="9143999" cy="1642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15595F-47DD-DA10-5449-693AAB5AFCE6}"/>
              </a:ext>
            </a:extLst>
          </p:cNvPr>
          <p:cNvSpPr txBox="1"/>
          <p:nvPr/>
        </p:nvSpPr>
        <p:spPr>
          <a:xfrm>
            <a:off x="1524000" y="5233987"/>
            <a:ext cx="9143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iphonemod.net/apple-working-facial-recognition-solution-for-at-least-3-years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89887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7263-9654-5F84-A965-8D99A6CB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What Is Face Detection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B260A-C5B6-08AA-1F03-97CCEE070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Face detection is an area of computer vision that focuses on identifying and locating human faces in images or videos.</a:t>
            </a:r>
          </a:p>
          <a:p>
            <a:endParaRPr lang="en-US"/>
          </a:p>
          <a:p>
            <a:r>
              <a:rPr lang="en-US"/>
              <a:t>It’s often the first step in systems like face recognition, emotion detection, or facial tracking.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5E9EF-9A7E-7C0D-BA4C-189062BE9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578246"/>
            <a:ext cx="12192000" cy="2279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BD0B0B-14EC-A6EF-670F-E313243501B3}"/>
              </a:ext>
            </a:extLst>
          </p:cNvPr>
          <p:cNvSpPr txBox="1"/>
          <p:nvPr/>
        </p:nvSpPr>
        <p:spPr>
          <a:xfrm>
            <a:off x="899506" y="6858000"/>
            <a:ext cx="10392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oajaiml.com/archive/enhancing-2d-face-recognition-systems-addressing-yaw-poses-and-occlusions-with-masks-glasses-and-both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84978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1811-BA7F-91C7-6CA8-2963047F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EB864-FA35-F32E-571D-615B4703A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system that automatically detects human faces from images or live video streams.</a:t>
            </a:r>
          </a:p>
          <a:p>
            <a:r>
              <a:rPr lang="en-US" dirty="0"/>
              <a:t>To understand and implement image processing concepts such as feature extraction, pattern recognition, and classification.</a:t>
            </a:r>
          </a:p>
          <a:p>
            <a:r>
              <a:rPr lang="en-US" dirty="0"/>
              <a:t>To use machine learning or deep learning algorithms (like Haar Cascade or CNN models).</a:t>
            </a:r>
          </a:p>
          <a:p>
            <a:r>
              <a:rPr lang="en-US" dirty="0"/>
              <a:t>To draw bounding boxes around detected faces and visually highlight them in real-time or on stored images.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308D3-D78E-EE4B-9FFB-4EF4AACB0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78056"/>
            <a:ext cx="12192000" cy="15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7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B931-5149-AAEE-4055-72DA9C5F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43866-6200-EBFA-4218-0614252BD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methodology explains the step-by-step process used to design and develop the face detection system. </a:t>
            </a:r>
          </a:p>
          <a:p>
            <a:r>
              <a:rPr lang="en-US"/>
              <a:t>It involves collecting images, preprocessing them, applying detection algorithms, and displaying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540F4-30C4-85E3-2FC1-93CD9DE38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545839"/>
            <a:ext cx="12192000" cy="3312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6223C5-E5E2-095D-369E-76D5FD6C13AD}"/>
              </a:ext>
            </a:extLst>
          </p:cNvPr>
          <p:cNvSpPr txBox="1"/>
          <p:nvPr/>
        </p:nvSpPr>
        <p:spPr>
          <a:xfrm>
            <a:off x="0" y="4295819"/>
            <a:ext cx="12100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indjst.org/articles/texture-based-face-recognition-using-glcm-and-lbp-schemes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96603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F805-C9D1-4093-5296-4215B764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E5F9A-49DD-B543-13D4-F58C57CA3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goal is to build a system that can automatically detect human faces in images or live video streams.</a:t>
            </a:r>
          </a:p>
          <a:p>
            <a:r>
              <a:rPr lang="en-US"/>
              <a:t> The system should locate faces and mark them using bounding boxes.</a:t>
            </a:r>
          </a:p>
          <a:p>
            <a:r>
              <a:rPr lang="en-US"/>
              <a:t>Furthermore, ethical concerns surrounding privacy and consent complicate the deployment of facial detection systems.</a:t>
            </a:r>
          </a:p>
          <a:p>
            <a:r>
              <a:rPr lang="en-US"/>
              <a:t> Misuse of this technology can lead to surveillance overreach and potential discrimination. </a:t>
            </a:r>
          </a:p>
        </p:txBody>
      </p:sp>
    </p:spTree>
    <p:extLst>
      <p:ext uri="{BB962C8B-B14F-4D97-AF65-F5344CB8AC3E}">
        <p14:creationId xmlns:p14="http://schemas.microsoft.com/office/powerpoint/2010/main" val="343294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D89B-8222-74A1-22E7-BCC33B78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HAAR CASCADE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E6F4-1D84-D344-1ECC-42A5B474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The algorithm detects objects (like faces) by learning Haar-like features — simple rectangular patterns that describe how pixel intensity changes in specific regions of the image (like light and dark areas).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62D68-134A-6AA7-3676-59B57E74D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4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37AA-0FF3-EB17-9DE3-8673894B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haar cascade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D0E7-A3EE-56FD-BDBF-E154CBB90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Fast and Real-Time</a:t>
            </a:r>
          </a:p>
          <a:p>
            <a:r>
              <a:rPr lang="en-US"/>
              <a:t>Pre-trained Models Available Performance</a:t>
            </a:r>
          </a:p>
          <a:p>
            <a:r>
              <a:rPr lang="en-US"/>
              <a:t>Simple Implementation</a:t>
            </a:r>
          </a:p>
          <a:p>
            <a:r>
              <a:rPr lang="en-US"/>
              <a:t>Lightweight and Requires Less Memory</a:t>
            </a:r>
          </a:p>
          <a:p>
            <a:r>
              <a:rPr lang="en-US"/>
              <a:t>Effective for Frontal Faces.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0D41D-D994-0295-F71E-B43D20CC4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297680"/>
            <a:ext cx="12192000" cy="2560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D75378-7827-BCBB-8169-FB42385F15AA}"/>
              </a:ext>
            </a:extLst>
          </p:cNvPr>
          <p:cNvSpPr txBox="1"/>
          <p:nvPr/>
        </p:nvSpPr>
        <p:spPr>
          <a:xfrm>
            <a:off x="0" y="6627168"/>
            <a:ext cx="12141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deepbaksuvision.github.io/Modu_ObjectDetection/posts/01_00_What_is_Object_Detection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sa/3.0/"/>
              </a:rPr>
              <a:t>CC BY-SA-NC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7093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6D98-A77E-4CDB-B8FF-E3C13FA6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</a:t>
            </a:r>
            <a:r>
              <a:rPr lang="en-US" dirty="0" err="1"/>
              <a:t>haar</a:t>
            </a:r>
            <a:r>
              <a:rPr lang="en-US" dirty="0"/>
              <a:t> cascade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B83E-D54A-9E8F-6F84-43F83C81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Poor Accuracy with Angled or Side Faces</a:t>
            </a:r>
          </a:p>
          <a:p>
            <a:r>
              <a:rPr lang="en-US"/>
              <a:t>Sensitive to Lighting and Background</a:t>
            </a:r>
          </a:p>
          <a:p>
            <a:r>
              <a:rPr lang="en-US"/>
              <a:t>High False Positives</a:t>
            </a:r>
          </a:p>
          <a:p>
            <a:r>
              <a:rPr lang="en-US"/>
              <a:t>Limited Robustness</a:t>
            </a:r>
          </a:p>
          <a:p>
            <a:r>
              <a:rPr lang="en-US"/>
              <a:t>Not Suitable for Complex Environments.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AC8EC-0685-116F-A109-41A090727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28160"/>
            <a:ext cx="12192000" cy="2529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61DDAE-76BB-BC7E-1866-A457BEAD7EB5}"/>
              </a:ext>
            </a:extLst>
          </p:cNvPr>
          <p:cNvSpPr txBox="1"/>
          <p:nvPr/>
        </p:nvSpPr>
        <p:spPr>
          <a:xfrm>
            <a:off x="0" y="553212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sefiks.com/2020/02/23/face-alignment-for-face-recognition-in-python-within-opencv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43331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9933-586C-7307-F140-C9529D14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52" y="404494"/>
            <a:ext cx="10515600" cy="1243293"/>
          </a:xfrm>
        </p:spPr>
        <p:txBody>
          <a:bodyPr/>
          <a:lstStyle/>
          <a:p>
            <a:r>
              <a:rPr lang="en-US" dirty="0"/>
              <a:t>IMPLEMENTATION OF FACE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0249-124F-A3B3-24CC-CD0D4DC3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2052321"/>
            <a:ext cx="9286240" cy="3921759"/>
          </a:xfr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r>
              <a:rPr lang="en-US" dirty="0"/>
              <a:t>Tools and Technologies Used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Component	</a:t>
            </a:r>
            <a:r>
              <a:rPr lang="en-US" sz="3000" b="1" dirty="0"/>
              <a:t>                                                    Description</a:t>
            </a:r>
            <a:r>
              <a:rPr lang="en-US" dirty="0"/>
              <a:t>
 Programming Language                   Python
 Library used	                                           OpenCV (Open Source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computer Vision Library)
  Algorithm	                                          Haar Cascade Classifier
  Hardware	                                          Laptop or PC with webcam
  Dataset	                                          Pre-trained Haar Cascade                                                                                                .                                                                    XML file</a:t>
            </a:r>
          </a:p>
        </p:txBody>
      </p:sp>
    </p:spTree>
    <p:extLst>
      <p:ext uri="{BB962C8B-B14F-4D97-AF65-F5344CB8AC3E}">
        <p14:creationId xmlns:p14="http://schemas.microsoft.com/office/powerpoint/2010/main" val="330707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E50E-F305-F4DB-3D2C-BCCE3C2C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FACE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3A4F-8333-5DB5-A122-72079043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and Surveillance</a:t>
            </a:r>
          </a:p>
          <a:p>
            <a:r>
              <a:rPr lang="en-US" dirty="0"/>
              <a:t>Smartphone Authentication</a:t>
            </a:r>
          </a:p>
          <a:p>
            <a:r>
              <a:rPr lang="en-US" dirty="0"/>
              <a:t>Attendance and Access Control</a:t>
            </a:r>
          </a:p>
          <a:p>
            <a:r>
              <a:rPr lang="en-US" dirty="0"/>
              <a:t>Human–Computer Interaction</a:t>
            </a:r>
          </a:p>
          <a:p>
            <a:r>
              <a:rPr lang="en-US" dirty="0"/>
              <a:t>Photography and Social Media</a:t>
            </a:r>
          </a:p>
          <a:p>
            <a:r>
              <a:rPr lang="en-US" dirty="0"/>
              <a:t>Driver Monitoring Systems</a:t>
            </a:r>
          </a:p>
          <a:p>
            <a:r>
              <a:rPr lang="en-US" dirty="0"/>
              <a:t>Healthcare and Emotion Analysis</a:t>
            </a:r>
          </a:p>
          <a:p>
            <a:r>
              <a:rPr lang="en-US" dirty="0"/>
              <a:t>Smart Home and IoT Systems</a:t>
            </a:r>
          </a:p>
          <a:p>
            <a:r>
              <a:rPr lang="en-US" dirty="0"/>
              <a:t>Entertainment and Media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86A87-D074-C076-4C27-7AF3B091A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39839" y="1339056"/>
            <a:ext cx="5837929" cy="551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5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2483-B9C8-33C6-3700-75AFF69C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668F-6798-CADA-390A-E815040A7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Face Detection Project successfully demonstrates how computer vision and machine learning can be used to automatically detect human faces in images and videos. </a:t>
            </a:r>
          </a:p>
          <a:p>
            <a:r>
              <a:rPr lang="en-US" dirty="0"/>
              <a:t>By implementing the Haar Cascade Classifier using OpenCV, the system is able to identify faces efficiently and in real time.</a:t>
            </a:r>
          </a:p>
          <a:p>
            <a:r>
              <a:rPr lang="en-US" dirty="0"/>
              <a:t>Overall, the project shows that face detection is an essential step for various advanced applications such as face recognition, attendance systems, surveillance, and security systems. </a:t>
            </a:r>
          </a:p>
          <a:p>
            <a:r>
              <a:rPr lang="en-US" dirty="0"/>
              <a:t>It also highlights the potential of artificial intelligence in developing smart and automated systems that can interact intelligently with humans.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4B54B-1429-4CD1-1C4A-A7F9810AE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48480" y="2093"/>
            <a:ext cx="7843520" cy="1823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DAD05-8902-A8E2-CE75-A7BEE1F8839D}"/>
              </a:ext>
            </a:extLst>
          </p:cNvPr>
          <p:cNvSpPr txBox="1"/>
          <p:nvPr/>
        </p:nvSpPr>
        <p:spPr>
          <a:xfrm>
            <a:off x="3941057" y="3379283"/>
            <a:ext cx="61996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peerj.com/articles/444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320647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8FFA-1A0D-7DD7-30BE-FD1CA47B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ECE5-1152-65C4-BBE7-48AA848D0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image processing by Rafel Gonzalez, Richard Woods</a:t>
            </a:r>
          </a:p>
          <a:p>
            <a:r>
              <a:rPr lang="en-US" dirty="0"/>
              <a:t>Image Processing, analysis and machine vision by Milan Sonka, Vaclav </a:t>
            </a:r>
            <a:r>
              <a:rPr lang="en-US" dirty="0" err="1"/>
              <a:t>hlavac</a:t>
            </a:r>
            <a:r>
              <a:rPr lang="en-US" dirty="0"/>
              <a:t>, Roger Boyle</a:t>
            </a:r>
          </a:p>
          <a:p>
            <a:r>
              <a:rPr lang="en-US" dirty="0">
                <a:hlinkClick r:id="rId2"/>
              </a:rPr>
              <a:t>www.civs.stat.ucla.edu</a:t>
            </a:r>
            <a:endParaRPr lang="en-US" dirty="0"/>
          </a:p>
          <a:p>
            <a:r>
              <a:rPr lang="en-US" dirty="0"/>
              <a:t>www.cs.cf.ac.uk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DEE48-8BFB-9DD5-2DF3-2BDEE1736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135120"/>
            <a:ext cx="12192000" cy="2570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F9EB14-7771-E57F-66CA-B738166AD2C7}"/>
              </a:ext>
            </a:extLst>
          </p:cNvPr>
          <p:cNvSpPr txBox="1"/>
          <p:nvPr/>
        </p:nvSpPr>
        <p:spPr>
          <a:xfrm>
            <a:off x="0" y="685800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scirp.org/journal/PaperInformation.aspx?paperID=65406&amp;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10747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FACE DETECTION </vt:lpstr>
      <vt:lpstr>What Is Face Detection ?</vt:lpstr>
      <vt:lpstr>PROJECT OBJECTIVES </vt:lpstr>
      <vt:lpstr>METHODOLOGY </vt:lpstr>
      <vt:lpstr>PROBLEM STATEMENT </vt:lpstr>
      <vt:lpstr>HAAR CASCADE ALGORITHM </vt:lpstr>
      <vt:lpstr>Advantages of haar cascade algorithm </vt:lpstr>
      <vt:lpstr>Limitation of haar cascade algorithm </vt:lpstr>
      <vt:lpstr>IMPLEMENTATION OF FACE DETECTION </vt:lpstr>
      <vt:lpstr>APPLICATION OF FACE DETECTION </vt:lpstr>
      <vt:lpstr>CONCLUSION 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bhumikarajput9758@gmail.com</dc:creator>
  <cp:lastModifiedBy>Priyanshu Bharadwaj</cp:lastModifiedBy>
  <cp:revision>4</cp:revision>
  <dcterms:created xsi:type="dcterms:W3CDTF">2025-10-24T14:21:14Z</dcterms:created>
  <dcterms:modified xsi:type="dcterms:W3CDTF">2025-10-28T18:23:05Z</dcterms:modified>
</cp:coreProperties>
</file>